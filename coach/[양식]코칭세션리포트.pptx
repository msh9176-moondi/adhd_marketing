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0" r:id="rId1"/>
  </p:sldMasterIdLst>
  <p:notesMasterIdLst>
    <p:notesMasterId r:id="rId3"/>
  </p:notesMasterIdLst>
  <p:handoutMasterIdLst>
    <p:handoutMasterId r:id="rId4"/>
  </p:handoutMasterIdLst>
  <p:sldIdLst>
    <p:sldId id="1754" r:id="rId2"/>
  </p:sldIdLst>
  <p:sldSz cx="6553200" cy="9253538"/>
  <p:notesSz cx="6888163" cy="10020300"/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1pPr>
    <a:lvl2pPr marL="431800" indent="139700" algn="l" rtl="0" eaLnBrk="0" fontAlgn="base" hangingPunct="0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2pPr>
    <a:lvl3pPr marL="868363" indent="279400" algn="l" rtl="0" eaLnBrk="0" fontAlgn="base" hangingPunct="0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3pPr>
    <a:lvl4pPr marL="1303338" indent="419100" algn="l" rtl="0" eaLnBrk="0" fontAlgn="base" hangingPunct="0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4pPr>
    <a:lvl5pPr marL="1739900" indent="560388" algn="l" rtl="0" eaLnBrk="0" fontAlgn="base" hangingPunct="0">
      <a:spcBef>
        <a:spcPct val="0"/>
      </a:spcBef>
      <a:spcAft>
        <a:spcPct val="0"/>
      </a:spcAft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5pPr>
    <a:lvl6pPr marL="2286000" algn="l" defTabSz="914400" rtl="0" eaLnBrk="1" latinLnBrk="1" hangingPunct="1"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6pPr>
    <a:lvl7pPr marL="2743200" algn="l" defTabSz="914400" rtl="0" eaLnBrk="1" latinLnBrk="1" hangingPunct="1"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7pPr>
    <a:lvl8pPr marL="3200400" algn="l" defTabSz="914400" rtl="0" eaLnBrk="1" latinLnBrk="1" hangingPunct="1"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8pPr>
    <a:lvl9pPr marL="3657600" algn="l" defTabSz="914400" rtl="0" eaLnBrk="1" latinLnBrk="1" hangingPunct="1">
      <a:defRPr kumimoji="1" sz="1100" kern="1200">
        <a:solidFill>
          <a:schemeClr val="tx1"/>
        </a:solidFill>
        <a:latin typeface="새굴림" panose="02030600000101010101" pitchFamily="18" charset="-127"/>
        <a:ea typeface="새굴림" panose="02030600000101010101" pitchFamily="18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642">
          <p15:clr>
            <a:srgbClr val="A4A3A4"/>
          </p15:clr>
        </p15:guide>
        <p15:guide id="2" orient="horz" pos="1177">
          <p15:clr>
            <a:srgbClr val="A4A3A4"/>
          </p15:clr>
        </p15:guide>
        <p15:guide id="3" orient="horz" pos="4806">
          <p15:clr>
            <a:srgbClr val="A4A3A4"/>
          </p15:clr>
        </p15:guide>
        <p15:guide id="4" orient="horz" pos="3200">
          <p15:clr>
            <a:srgbClr val="A4A3A4"/>
          </p15:clr>
        </p15:guide>
        <p15:guide id="5" orient="horz" pos="554">
          <p15:clr>
            <a:srgbClr val="A4A3A4"/>
          </p15:clr>
        </p15:guide>
        <p15:guide id="6" pos="2065">
          <p15:clr>
            <a:srgbClr val="A4A3A4"/>
          </p15:clr>
        </p15:guide>
        <p15:guide id="7" pos="273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57" userDrawn="1">
          <p15:clr>
            <a:srgbClr val="A4A3A4"/>
          </p15:clr>
        </p15:guide>
        <p15:guide id="2" pos="2170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BCD8F6"/>
    <a:srgbClr val="333399"/>
    <a:srgbClr val="CC3300"/>
    <a:srgbClr val="FF3300"/>
    <a:srgbClr val="009999"/>
    <a:srgbClr val="777777"/>
    <a:srgbClr val="006666"/>
    <a:srgbClr val="FDFEF8"/>
    <a:srgbClr val="EAEA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150" autoAdjust="0"/>
    <p:restoredTop sz="96974" autoAdjust="0"/>
  </p:normalViewPr>
  <p:slideViewPr>
    <p:cSldViewPr snapToGrid="0">
      <p:cViewPr varScale="1">
        <p:scale>
          <a:sx n="79" d="100"/>
          <a:sy n="79" d="100"/>
        </p:scale>
        <p:origin x="3528" y="162"/>
      </p:cViewPr>
      <p:guideLst>
        <p:guide orient="horz" pos="2642"/>
        <p:guide orient="horz" pos="1177"/>
        <p:guide orient="horz" pos="4806"/>
        <p:guide orient="horz" pos="3200"/>
        <p:guide orient="horz" pos="554"/>
        <p:guide pos="2065"/>
        <p:guide pos="27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0" d="100"/>
        <a:sy n="200" d="100"/>
      </p:scale>
      <p:origin x="0" y="0"/>
    </p:cViewPr>
  </p:sorterViewPr>
  <p:notesViewPr>
    <p:cSldViewPr snapToGrid="0">
      <p:cViewPr varScale="1">
        <p:scale>
          <a:sx n="61" d="100"/>
          <a:sy n="61" d="100"/>
        </p:scale>
        <p:origin x="3254" y="53"/>
      </p:cViewPr>
      <p:guideLst>
        <p:guide orient="horz" pos="3157"/>
        <p:guide pos="217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notesMaster" Target="notesMasters/notesMaster1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840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85353" cy="50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6" tIns="46424" rIns="92846" bIns="46424" numCol="1" anchor="t" anchorCtr="0" compatLnSpc="1">
            <a:prstTxWarp prst="textNoShape">
              <a:avLst/>
            </a:prstTxWarp>
          </a:bodyPr>
          <a:lstStyle>
            <a:lvl1pPr algn="l" defTabSz="929101" eaLnBrk="1" latinLnBrk="1" hangingPunct="1">
              <a:buFontTx/>
              <a:buNone/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r>
              <a:rPr lang="ko-KR" altLang="en-US" dirty="0"/>
              <a:t>한국경영코칭연구원</a:t>
            </a:r>
            <a:endParaRPr lang="en-US" altLang="ko-KR" dirty="0"/>
          </a:p>
        </p:txBody>
      </p:sp>
      <p:sp>
        <p:nvSpPr>
          <p:cNvPr id="99840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01206" y="2"/>
            <a:ext cx="2985353" cy="50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6" tIns="46424" rIns="92846" bIns="46424" numCol="1" anchor="t" anchorCtr="0" compatLnSpc="1">
            <a:prstTxWarp prst="textNoShape">
              <a:avLst/>
            </a:prstTxWarp>
          </a:bodyPr>
          <a:lstStyle>
            <a:lvl1pPr algn="r" defTabSz="929101" eaLnBrk="1" latinLnBrk="1" hangingPunct="1">
              <a:buFontTx/>
              <a:buNone/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9840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9516165"/>
            <a:ext cx="2985353" cy="50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6" tIns="46424" rIns="92846" bIns="46424" numCol="1" anchor="b" anchorCtr="0" compatLnSpc="1">
            <a:prstTxWarp prst="textNoShape">
              <a:avLst/>
            </a:prstTxWarp>
          </a:bodyPr>
          <a:lstStyle>
            <a:lvl1pPr algn="l" defTabSz="929101" eaLnBrk="1" latinLnBrk="1" hangingPunct="1">
              <a:buFontTx/>
              <a:buNone/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99840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01206" y="9516165"/>
            <a:ext cx="2985353" cy="50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846" tIns="46424" rIns="92846" bIns="46424" numCol="1" anchor="b" anchorCtr="0" compatLnSpc="1">
            <a:prstTxWarp prst="textNoShape">
              <a:avLst/>
            </a:prstTxWarp>
          </a:bodyPr>
          <a:lstStyle>
            <a:lvl1pPr algn="r" defTabSz="928042" eaLnBrk="1" latinLnBrk="1" hangingPunct="1">
              <a:buFontTx/>
              <a:buNone/>
              <a:defRPr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3CE7C312-ABC7-473C-8E5A-F8509BCEF527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2"/>
            <a:ext cx="2985353" cy="50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06" tIns="46754" rIns="93506" bIns="46754" numCol="1" anchor="t" anchorCtr="0" compatLnSpc="1">
            <a:prstTxWarp prst="textNoShape">
              <a:avLst/>
            </a:prstTxWarp>
          </a:bodyPr>
          <a:lstStyle>
            <a:lvl1pPr algn="l" defTabSz="935295" eaLnBrk="1" latinLnBrk="1" hangingPunct="1">
              <a:buFontTx/>
              <a:buNone/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8909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01206" y="2"/>
            <a:ext cx="2985353" cy="50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06" tIns="46754" rIns="93506" bIns="46754" numCol="1" anchor="t" anchorCtr="0" compatLnSpc="1">
            <a:prstTxWarp prst="textNoShape">
              <a:avLst/>
            </a:prstTxWarp>
          </a:bodyPr>
          <a:lstStyle>
            <a:lvl1pPr algn="r" defTabSz="935295" eaLnBrk="1" latinLnBrk="1" hangingPunct="1">
              <a:buFontTx/>
              <a:buNone/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112963" y="749300"/>
            <a:ext cx="2662237" cy="37592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8909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9299" y="4761285"/>
            <a:ext cx="5509566" cy="450841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06" tIns="46754" rIns="93506" bIns="4675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8909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9516165"/>
            <a:ext cx="2985353" cy="50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06" tIns="46754" rIns="93506" bIns="46754" numCol="1" anchor="b" anchorCtr="0" compatLnSpc="1">
            <a:prstTxWarp prst="textNoShape">
              <a:avLst/>
            </a:prstTxWarp>
          </a:bodyPr>
          <a:lstStyle>
            <a:lvl1pPr algn="l" defTabSz="935295" eaLnBrk="1" latinLnBrk="1" hangingPunct="1">
              <a:buFontTx/>
              <a:buNone/>
              <a:defRPr sz="1200">
                <a:latin typeface="맑은 고딕" pitchFamily="50" charset="-127"/>
                <a:ea typeface="맑은 고딕" pitchFamily="50" charset="-127"/>
              </a:defRPr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8909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01206" y="9516165"/>
            <a:ext cx="2985353" cy="5025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506" tIns="46754" rIns="93506" bIns="46754" numCol="1" anchor="b" anchorCtr="0" compatLnSpc="1">
            <a:prstTxWarp prst="textNoShape">
              <a:avLst/>
            </a:prstTxWarp>
          </a:bodyPr>
          <a:lstStyle>
            <a:lvl1pPr algn="r" defTabSz="934454" eaLnBrk="1" latinLnBrk="1" hangingPunct="1">
              <a:buFontTx/>
              <a:buNone/>
              <a:defRPr sz="1200" smtClean="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>
              <a:defRPr/>
            </a:pPr>
            <a:fld id="{00F2FF85-D1B7-4CFD-AD13-8A92771D87A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31800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868363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03338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739900" algn="l" rtl="0" eaLnBrk="0" fontAlgn="base" latinLnBrk="1" hangingPunct="0">
      <a:spcBef>
        <a:spcPct val="30000"/>
      </a:spcBef>
      <a:spcAft>
        <a:spcPct val="0"/>
      </a:spcAft>
      <a:defRPr kumimoji="1" sz="1100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179201" algn="l" defTabSz="871680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6pPr>
    <a:lvl7pPr marL="2615041" algn="l" defTabSz="871680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7pPr>
    <a:lvl8pPr marL="3050881" algn="l" defTabSz="871680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8pPr>
    <a:lvl9pPr marL="3486721" algn="l" defTabSz="871680" rtl="0" eaLnBrk="1" latinLnBrk="1" hangingPunct="1">
      <a:defRPr sz="11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1800"/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3877227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직사각형 16"/>
          <p:cNvSpPr/>
          <p:nvPr userDrawn="1"/>
        </p:nvSpPr>
        <p:spPr bwMode="auto">
          <a:xfrm>
            <a:off x="426720" y="310476"/>
            <a:ext cx="5477711" cy="403900"/>
          </a:xfrm>
          <a:prstGeom prst="rect">
            <a:avLst/>
          </a:prstGeom>
          <a:gradFill>
            <a:gsLst>
              <a:gs pos="0">
                <a:schemeClr val="accent2"/>
              </a:gs>
              <a:gs pos="58000">
                <a:schemeClr val="accent3"/>
              </a:gs>
            </a:gsLst>
            <a:lin ang="300000" scaled="0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19125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grpSp>
        <p:nvGrpSpPr>
          <p:cNvPr id="11" name="그룹 10"/>
          <p:cNvGrpSpPr/>
          <p:nvPr userDrawn="1"/>
        </p:nvGrpSpPr>
        <p:grpSpPr>
          <a:xfrm>
            <a:off x="5522841" y="133377"/>
            <a:ext cx="694554" cy="773100"/>
            <a:chOff x="4811792" y="6759001"/>
            <a:chExt cx="1731496" cy="1927308"/>
          </a:xfrm>
        </p:grpSpPr>
        <p:sp>
          <p:nvSpPr>
            <p:cNvPr id="12" name="자유형: 도형 22">
              <a:extLst>
                <a:ext uri="{FF2B5EF4-FFF2-40B4-BE49-F238E27FC236}">
                  <a16:creationId xmlns:a16="http://schemas.microsoft.com/office/drawing/2014/main" id="{F09FC92E-0E36-4FBC-9520-4F0030833EEB}"/>
                </a:ext>
              </a:extLst>
            </p:cNvPr>
            <p:cNvSpPr/>
            <p:nvPr/>
          </p:nvSpPr>
          <p:spPr>
            <a:xfrm rot="10800000">
              <a:off x="4811792" y="6759001"/>
              <a:ext cx="1731496" cy="1927308"/>
            </a:xfrm>
            <a:custGeom>
              <a:avLst/>
              <a:gdLst>
                <a:gd name="connsiteX0" fmla="*/ 2019762 w 4079320"/>
                <a:gd name="connsiteY0" fmla="*/ 4539474 h 4540645"/>
                <a:gd name="connsiteX1" fmla="*/ 1924840 w 4079320"/>
                <a:gd name="connsiteY1" fmla="*/ 4523576 h 4540645"/>
                <a:gd name="connsiteX2" fmla="*/ 1834687 w 4079320"/>
                <a:gd name="connsiteY2" fmla="*/ 4489883 h 4540645"/>
                <a:gd name="connsiteX3" fmla="*/ 1782283 w 4079320"/>
                <a:gd name="connsiteY3" fmla="*/ 4457778 h 4540645"/>
                <a:gd name="connsiteX4" fmla="*/ 1777706 w 4079320"/>
                <a:gd name="connsiteY4" fmla="*/ 4457730 h 4540645"/>
                <a:gd name="connsiteX5" fmla="*/ 259333 w 4079320"/>
                <a:gd name="connsiteY5" fmla="*/ 3584183 h 4540645"/>
                <a:gd name="connsiteX6" fmla="*/ 255918 w 4079320"/>
                <a:gd name="connsiteY6" fmla="*/ 3578602 h 4540645"/>
                <a:gd name="connsiteX7" fmla="*/ 213683 w 4079320"/>
                <a:gd name="connsiteY7" fmla="*/ 3556736 h 4540645"/>
                <a:gd name="connsiteX8" fmla="*/ 4101 w 4079320"/>
                <a:gd name="connsiteY8" fmla="*/ 3180757 h 4540645"/>
                <a:gd name="connsiteX9" fmla="*/ 5341 w 4079320"/>
                <a:gd name="connsiteY9" fmla="*/ 3169026 h 4540645"/>
                <a:gd name="connsiteX10" fmla="*/ 3800 w 4079320"/>
                <a:gd name="connsiteY10" fmla="*/ 3166508 h 4540645"/>
                <a:gd name="connsiteX11" fmla="*/ 6140 w 4079320"/>
                <a:gd name="connsiteY11" fmla="*/ 2299105 h 4540645"/>
                <a:gd name="connsiteX12" fmla="*/ 6677 w 4079320"/>
                <a:gd name="connsiteY12" fmla="*/ 2019777 h 4540645"/>
                <a:gd name="connsiteX13" fmla="*/ 547 w 4079320"/>
                <a:gd name="connsiteY13" fmla="*/ 1385340 h 4540645"/>
                <a:gd name="connsiteX14" fmla="*/ 2925 w 4079320"/>
                <a:gd name="connsiteY14" fmla="*/ 1380924 h 4540645"/>
                <a:gd name="connsiteX15" fmla="*/ 0 w 4079320"/>
                <a:gd name="connsiteY15" fmla="*/ 1353250 h 4540645"/>
                <a:gd name="connsiteX16" fmla="*/ 209583 w 4079320"/>
                <a:gd name="connsiteY16" fmla="*/ 977271 h 4540645"/>
                <a:gd name="connsiteX17" fmla="*/ 224410 w 4079320"/>
                <a:gd name="connsiteY17" fmla="*/ 969595 h 4540645"/>
                <a:gd name="connsiteX18" fmla="*/ 227124 w 4079320"/>
                <a:gd name="connsiteY18" fmla="*/ 964554 h 4540645"/>
                <a:gd name="connsiteX19" fmla="*/ 1737742 w 4079320"/>
                <a:gd name="connsiteY19" fmla="*/ 97478 h 4540645"/>
                <a:gd name="connsiteX20" fmla="*/ 1757461 w 4079320"/>
                <a:gd name="connsiteY20" fmla="*/ 81510 h 4540645"/>
                <a:gd name="connsiteX21" fmla="*/ 2059558 w 4079320"/>
                <a:gd name="connsiteY21" fmla="*/ 1171 h 4540645"/>
                <a:gd name="connsiteX22" fmla="*/ 2154480 w 4079320"/>
                <a:gd name="connsiteY22" fmla="*/ 17069 h 4540645"/>
                <a:gd name="connsiteX23" fmla="*/ 2244633 w 4079320"/>
                <a:gd name="connsiteY23" fmla="*/ 50762 h 4540645"/>
                <a:gd name="connsiteX24" fmla="*/ 2297037 w 4079320"/>
                <a:gd name="connsiteY24" fmla="*/ 82867 h 4540645"/>
                <a:gd name="connsiteX25" fmla="*/ 2301614 w 4079320"/>
                <a:gd name="connsiteY25" fmla="*/ 82915 h 4540645"/>
                <a:gd name="connsiteX26" fmla="*/ 3819987 w 4079320"/>
                <a:gd name="connsiteY26" fmla="*/ 956462 h 4540645"/>
                <a:gd name="connsiteX27" fmla="*/ 3823402 w 4079320"/>
                <a:gd name="connsiteY27" fmla="*/ 962043 h 4540645"/>
                <a:gd name="connsiteX28" fmla="*/ 3865637 w 4079320"/>
                <a:gd name="connsiteY28" fmla="*/ 983909 h 4540645"/>
                <a:gd name="connsiteX29" fmla="*/ 4075219 w 4079320"/>
                <a:gd name="connsiteY29" fmla="*/ 1359888 h 4540645"/>
                <a:gd name="connsiteX30" fmla="*/ 4073979 w 4079320"/>
                <a:gd name="connsiteY30" fmla="*/ 1371619 h 4540645"/>
                <a:gd name="connsiteX31" fmla="*/ 4075520 w 4079320"/>
                <a:gd name="connsiteY31" fmla="*/ 1374137 h 4540645"/>
                <a:gd name="connsiteX32" fmla="*/ 4074030 w 4079320"/>
                <a:gd name="connsiteY32" fmla="*/ 1799202 h 4540645"/>
                <a:gd name="connsiteX33" fmla="*/ 4073234 w 4079320"/>
                <a:gd name="connsiteY33" fmla="*/ 2213642 h 4540645"/>
                <a:gd name="connsiteX34" fmla="*/ 4069675 w 4079320"/>
                <a:gd name="connsiteY34" fmla="*/ 2213642 h 4540645"/>
                <a:gd name="connsiteX35" fmla="*/ 4078773 w 4079320"/>
                <a:gd name="connsiteY35" fmla="*/ 3155305 h 4540645"/>
                <a:gd name="connsiteX36" fmla="*/ 4076395 w 4079320"/>
                <a:gd name="connsiteY36" fmla="*/ 3159721 h 4540645"/>
                <a:gd name="connsiteX37" fmla="*/ 4079320 w 4079320"/>
                <a:gd name="connsiteY37" fmla="*/ 3187395 h 4540645"/>
                <a:gd name="connsiteX38" fmla="*/ 3869737 w 4079320"/>
                <a:gd name="connsiteY38" fmla="*/ 3563374 h 4540645"/>
                <a:gd name="connsiteX39" fmla="*/ 3854910 w 4079320"/>
                <a:gd name="connsiteY39" fmla="*/ 3571050 h 4540645"/>
                <a:gd name="connsiteX40" fmla="*/ 3852196 w 4079320"/>
                <a:gd name="connsiteY40" fmla="*/ 3576091 h 4540645"/>
                <a:gd name="connsiteX41" fmla="*/ 2341578 w 4079320"/>
                <a:gd name="connsiteY41" fmla="*/ 4443167 h 4540645"/>
                <a:gd name="connsiteX42" fmla="*/ 2321859 w 4079320"/>
                <a:gd name="connsiteY42" fmla="*/ 4459135 h 4540645"/>
                <a:gd name="connsiteX43" fmla="*/ 2019762 w 4079320"/>
                <a:gd name="connsiteY43" fmla="*/ 4539474 h 454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79320" h="4540645">
                  <a:moveTo>
                    <a:pt x="2019762" y="4539474"/>
                  </a:moveTo>
                  <a:cubicBezTo>
                    <a:pt x="1988308" y="4537299"/>
                    <a:pt x="1956539" y="4532070"/>
                    <a:pt x="1924840" y="4523576"/>
                  </a:cubicBezTo>
                  <a:cubicBezTo>
                    <a:pt x="1893142" y="4515083"/>
                    <a:pt x="1863014" y="4503726"/>
                    <a:pt x="1834687" y="4489883"/>
                  </a:cubicBezTo>
                  <a:lnTo>
                    <a:pt x="1782283" y="4457778"/>
                  </a:lnTo>
                  <a:lnTo>
                    <a:pt x="1777706" y="4457730"/>
                  </a:lnTo>
                  <a:lnTo>
                    <a:pt x="259333" y="3584183"/>
                  </a:lnTo>
                  <a:lnTo>
                    <a:pt x="255918" y="3578602"/>
                  </a:lnTo>
                  <a:lnTo>
                    <a:pt x="213683" y="3556736"/>
                  </a:lnTo>
                  <a:cubicBezTo>
                    <a:pt x="87236" y="3475254"/>
                    <a:pt x="4101" y="3337266"/>
                    <a:pt x="4101" y="3180757"/>
                  </a:cubicBezTo>
                  <a:lnTo>
                    <a:pt x="5341" y="3169026"/>
                  </a:lnTo>
                  <a:lnTo>
                    <a:pt x="3800" y="3166508"/>
                  </a:lnTo>
                  <a:cubicBezTo>
                    <a:pt x="5149" y="2892728"/>
                    <a:pt x="5644" y="2595916"/>
                    <a:pt x="6140" y="2299105"/>
                  </a:cubicBezTo>
                  <a:lnTo>
                    <a:pt x="6677" y="2019777"/>
                  </a:lnTo>
                  <a:lnTo>
                    <a:pt x="547" y="1385340"/>
                  </a:lnTo>
                  <a:lnTo>
                    <a:pt x="2925" y="1380924"/>
                  </a:lnTo>
                  <a:lnTo>
                    <a:pt x="0" y="1353250"/>
                  </a:lnTo>
                  <a:cubicBezTo>
                    <a:pt x="0" y="1196741"/>
                    <a:pt x="83136" y="1058753"/>
                    <a:pt x="209583" y="977271"/>
                  </a:cubicBezTo>
                  <a:lnTo>
                    <a:pt x="224410" y="969595"/>
                  </a:lnTo>
                  <a:lnTo>
                    <a:pt x="227124" y="964554"/>
                  </a:lnTo>
                  <a:lnTo>
                    <a:pt x="1737742" y="97478"/>
                  </a:lnTo>
                  <a:lnTo>
                    <a:pt x="1757461" y="81510"/>
                  </a:lnTo>
                  <a:cubicBezTo>
                    <a:pt x="1843249" y="23355"/>
                    <a:pt x="1949470" y="-6441"/>
                    <a:pt x="2059558" y="1171"/>
                  </a:cubicBezTo>
                  <a:cubicBezTo>
                    <a:pt x="2091012" y="3346"/>
                    <a:pt x="2122781" y="8575"/>
                    <a:pt x="2154480" y="17069"/>
                  </a:cubicBezTo>
                  <a:cubicBezTo>
                    <a:pt x="2186178" y="25562"/>
                    <a:pt x="2216306" y="36919"/>
                    <a:pt x="2244633" y="50762"/>
                  </a:cubicBezTo>
                  <a:lnTo>
                    <a:pt x="2297037" y="82867"/>
                  </a:lnTo>
                  <a:lnTo>
                    <a:pt x="2301614" y="82915"/>
                  </a:lnTo>
                  <a:lnTo>
                    <a:pt x="3819987" y="956462"/>
                  </a:lnTo>
                  <a:lnTo>
                    <a:pt x="3823402" y="962043"/>
                  </a:lnTo>
                  <a:lnTo>
                    <a:pt x="3865637" y="983909"/>
                  </a:lnTo>
                  <a:cubicBezTo>
                    <a:pt x="3992084" y="1065391"/>
                    <a:pt x="4075219" y="1203379"/>
                    <a:pt x="4075219" y="1359888"/>
                  </a:cubicBezTo>
                  <a:lnTo>
                    <a:pt x="4073979" y="1371619"/>
                  </a:lnTo>
                  <a:lnTo>
                    <a:pt x="4075520" y="1374137"/>
                  </a:lnTo>
                  <a:cubicBezTo>
                    <a:pt x="4074846" y="1511027"/>
                    <a:pt x="4074385" y="1653675"/>
                    <a:pt x="4074030" y="1799202"/>
                  </a:cubicBezTo>
                  <a:lnTo>
                    <a:pt x="4073234" y="2213642"/>
                  </a:lnTo>
                  <a:lnTo>
                    <a:pt x="4069675" y="2213642"/>
                  </a:lnTo>
                  <a:lnTo>
                    <a:pt x="4078773" y="3155305"/>
                  </a:lnTo>
                  <a:lnTo>
                    <a:pt x="4076395" y="3159721"/>
                  </a:lnTo>
                  <a:lnTo>
                    <a:pt x="4079320" y="3187395"/>
                  </a:lnTo>
                  <a:cubicBezTo>
                    <a:pt x="4079320" y="3343904"/>
                    <a:pt x="3996184" y="3481892"/>
                    <a:pt x="3869737" y="3563374"/>
                  </a:cubicBezTo>
                  <a:lnTo>
                    <a:pt x="3854910" y="3571050"/>
                  </a:lnTo>
                  <a:lnTo>
                    <a:pt x="3852196" y="3576091"/>
                  </a:lnTo>
                  <a:lnTo>
                    <a:pt x="2341578" y="4443167"/>
                  </a:lnTo>
                  <a:lnTo>
                    <a:pt x="2321859" y="4459135"/>
                  </a:lnTo>
                  <a:cubicBezTo>
                    <a:pt x="2236071" y="4517290"/>
                    <a:pt x="2129850" y="4547086"/>
                    <a:pt x="2019762" y="4539474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EC0C2"/>
                </a:gs>
                <a:gs pos="100000">
                  <a:sysClr val="window" lastClr="FFFFFF"/>
                </a:gs>
              </a:gsLst>
              <a:lin ang="6000000" scaled="0"/>
              <a:tileRect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127000" dist="152400" dir="3000000" sx="101000" sy="101000" algn="tl" rotWithShape="0">
                <a:prstClr val="black">
                  <a:alpha val="19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kern="0">
                <a:solidFill>
                  <a:srgbClr val="A6A6A6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13" name="자유형: 도형 24">
              <a:extLst>
                <a:ext uri="{FF2B5EF4-FFF2-40B4-BE49-F238E27FC236}">
                  <a16:creationId xmlns:a16="http://schemas.microsoft.com/office/drawing/2014/main" id="{814F0907-ECB3-4397-802B-BDB68B19936E}"/>
                </a:ext>
              </a:extLst>
            </p:cNvPr>
            <p:cNvSpPr/>
            <p:nvPr/>
          </p:nvSpPr>
          <p:spPr>
            <a:xfrm>
              <a:off x="4956387" y="6928099"/>
              <a:ext cx="1435235" cy="1597544"/>
            </a:xfrm>
            <a:custGeom>
              <a:avLst/>
              <a:gdLst>
                <a:gd name="connsiteX0" fmla="*/ 2019762 w 4079320"/>
                <a:gd name="connsiteY0" fmla="*/ 4539474 h 4540645"/>
                <a:gd name="connsiteX1" fmla="*/ 1924840 w 4079320"/>
                <a:gd name="connsiteY1" fmla="*/ 4523576 h 4540645"/>
                <a:gd name="connsiteX2" fmla="*/ 1834687 w 4079320"/>
                <a:gd name="connsiteY2" fmla="*/ 4489883 h 4540645"/>
                <a:gd name="connsiteX3" fmla="*/ 1782283 w 4079320"/>
                <a:gd name="connsiteY3" fmla="*/ 4457778 h 4540645"/>
                <a:gd name="connsiteX4" fmla="*/ 1777706 w 4079320"/>
                <a:gd name="connsiteY4" fmla="*/ 4457730 h 4540645"/>
                <a:gd name="connsiteX5" fmla="*/ 259333 w 4079320"/>
                <a:gd name="connsiteY5" fmla="*/ 3584183 h 4540645"/>
                <a:gd name="connsiteX6" fmla="*/ 255918 w 4079320"/>
                <a:gd name="connsiteY6" fmla="*/ 3578602 h 4540645"/>
                <a:gd name="connsiteX7" fmla="*/ 213683 w 4079320"/>
                <a:gd name="connsiteY7" fmla="*/ 3556736 h 4540645"/>
                <a:gd name="connsiteX8" fmla="*/ 4101 w 4079320"/>
                <a:gd name="connsiteY8" fmla="*/ 3180757 h 4540645"/>
                <a:gd name="connsiteX9" fmla="*/ 5341 w 4079320"/>
                <a:gd name="connsiteY9" fmla="*/ 3169026 h 4540645"/>
                <a:gd name="connsiteX10" fmla="*/ 3800 w 4079320"/>
                <a:gd name="connsiteY10" fmla="*/ 3166508 h 4540645"/>
                <a:gd name="connsiteX11" fmla="*/ 6140 w 4079320"/>
                <a:gd name="connsiteY11" fmla="*/ 2299105 h 4540645"/>
                <a:gd name="connsiteX12" fmla="*/ 6677 w 4079320"/>
                <a:gd name="connsiteY12" fmla="*/ 2019777 h 4540645"/>
                <a:gd name="connsiteX13" fmla="*/ 547 w 4079320"/>
                <a:gd name="connsiteY13" fmla="*/ 1385340 h 4540645"/>
                <a:gd name="connsiteX14" fmla="*/ 2925 w 4079320"/>
                <a:gd name="connsiteY14" fmla="*/ 1380924 h 4540645"/>
                <a:gd name="connsiteX15" fmla="*/ 0 w 4079320"/>
                <a:gd name="connsiteY15" fmla="*/ 1353250 h 4540645"/>
                <a:gd name="connsiteX16" fmla="*/ 209583 w 4079320"/>
                <a:gd name="connsiteY16" fmla="*/ 977271 h 4540645"/>
                <a:gd name="connsiteX17" fmla="*/ 224410 w 4079320"/>
                <a:gd name="connsiteY17" fmla="*/ 969595 h 4540645"/>
                <a:gd name="connsiteX18" fmla="*/ 227124 w 4079320"/>
                <a:gd name="connsiteY18" fmla="*/ 964554 h 4540645"/>
                <a:gd name="connsiteX19" fmla="*/ 1737742 w 4079320"/>
                <a:gd name="connsiteY19" fmla="*/ 97478 h 4540645"/>
                <a:gd name="connsiteX20" fmla="*/ 1757461 w 4079320"/>
                <a:gd name="connsiteY20" fmla="*/ 81510 h 4540645"/>
                <a:gd name="connsiteX21" fmla="*/ 2059558 w 4079320"/>
                <a:gd name="connsiteY21" fmla="*/ 1171 h 4540645"/>
                <a:gd name="connsiteX22" fmla="*/ 2154480 w 4079320"/>
                <a:gd name="connsiteY22" fmla="*/ 17069 h 4540645"/>
                <a:gd name="connsiteX23" fmla="*/ 2244633 w 4079320"/>
                <a:gd name="connsiteY23" fmla="*/ 50762 h 4540645"/>
                <a:gd name="connsiteX24" fmla="*/ 2297037 w 4079320"/>
                <a:gd name="connsiteY24" fmla="*/ 82867 h 4540645"/>
                <a:gd name="connsiteX25" fmla="*/ 2301614 w 4079320"/>
                <a:gd name="connsiteY25" fmla="*/ 82915 h 4540645"/>
                <a:gd name="connsiteX26" fmla="*/ 3819987 w 4079320"/>
                <a:gd name="connsiteY26" fmla="*/ 956462 h 4540645"/>
                <a:gd name="connsiteX27" fmla="*/ 3823402 w 4079320"/>
                <a:gd name="connsiteY27" fmla="*/ 962043 h 4540645"/>
                <a:gd name="connsiteX28" fmla="*/ 3865637 w 4079320"/>
                <a:gd name="connsiteY28" fmla="*/ 983909 h 4540645"/>
                <a:gd name="connsiteX29" fmla="*/ 4075219 w 4079320"/>
                <a:gd name="connsiteY29" fmla="*/ 1359888 h 4540645"/>
                <a:gd name="connsiteX30" fmla="*/ 4073979 w 4079320"/>
                <a:gd name="connsiteY30" fmla="*/ 1371619 h 4540645"/>
                <a:gd name="connsiteX31" fmla="*/ 4075520 w 4079320"/>
                <a:gd name="connsiteY31" fmla="*/ 1374137 h 4540645"/>
                <a:gd name="connsiteX32" fmla="*/ 4074030 w 4079320"/>
                <a:gd name="connsiteY32" fmla="*/ 1799202 h 4540645"/>
                <a:gd name="connsiteX33" fmla="*/ 4073234 w 4079320"/>
                <a:gd name="connsiteY33" fmla="*/ 2213642 h 4540645"/>
                <a:gd name="connsiteX34" fmla="*/ 4069675 w 4079320"/>
                <a:gd name="connsiteY34" fmla="*/ 2213642 h 4540645"/>
                <a:gd name="connsiteX35" fmla="*/ 4078773 w 4079320"/>
                <a:gd name="connsiteY35" fmla="*/ 3155305 h 4540645"/>
                <a:gd name="connsiteX36" fmla="*/ 4076395 w 4079320"/>
                <a:gd name="connsiteY36" fmla="*/ 3159721 h 4540645"/>
                <a:gd name="connsiteX37" fmla="*/ 4079320 w 4079320"/>
                <a:gd name="connsiteY37" fmla="*/ 3187395 h 4540645"/>
                <a:gd name="connsiteX38" fmla="*/ 3869737 w 4079320"/>
                <a:gd name="connsiteY38" fmla="*/ 3563374 h 4540645"/>
                <a:gd name="connsiteX39" fmla="*/ 3854910 w 4079320"/>
                <a:gd name="connsiteY39" fmla="*/ 3571050 h 4540645"/>
                <a:gd name="connsiteX40" fmla="*/ 3852196 w 4079320"/>
                <a:gd name="connsiteY40" fmla="*/ 3576091 h 4540645"/>
                <a:gd name="connsiteX41" fmla="*/ 2341578 w 4079320"/>
                <a:gd name="connsiteY41" fmla="*/ 4443167 h 4540645"/>
                <a:gd name="connsiteX42" fmla="*/ 2321859 w 4079320"/>
                <a:gd name="connsiteY42" fmla="*/ 4459135 h 4540645"/>
                <a:gd name="connsiteX43" fmla="*/ 2019762 w 4079320"/>
                <a:gd name="connsiteY43" fmla="*/ 4539474 h 454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79320" h="4540645">
                  <a:moveTo>
                    <a:pt x="2019762" y="4539474"/>
                  </a:moveTo>
                  <a:cubicBezTo>
                    <a:pt x="1988308" y="4537299"/>
                    <a:pt x="1956539" y="4532070"/>
                    <a:pt x="1924840" y="4523576"/>
                  </a:cubicBezTo>
                  <a:cubicBezTo>
                    <a:pt x="1893142" y="4515083"/>
                    <a:pt x="1863014" y="4503726"/>
                    <a:pt x="1834687" y="4489883"/>
                  </a:cubicBezTo>
                  <a:lnTo>
                    <a:pt x="1782283" y="4457778"/>
                  </a:lnTo>
                  <a:lnTo>
                    <a:pt x="1777706" y="4457730"/>
                  </a:lnTo>
                  <a:lnTo>
                    <a:pt x="259333" y="3584183"/>
                  </a:lnTo>
                  <a:lnTo>
                    <a:pt x="255918" y="3578602"/>
                  </a:lnTo>
                  <a:lnTo>
                    <a:pt x="213683" y="3556736"/>
                  </a:lnTo>
                  <a:cubicBezTo>
                    <a:pt x="87236" y="3475254"/>
                    <a:pt x="4101" y="3337266"/>
                    <a:pt x="4101" y="3180757"/>
                  </a:cubicBezTo>
                  <a:lnTo>
                    <a:pt x="5341" y="3169026"/>
                  </a:lnTo>
                  <a:lnTo>
                    <a:pt x="3800" y="3166508"/>
                  </a:lnTo>
                  <a:cubicBezTo>
                    <a:pt x="5149" y="2892728"/>
                    <a:pt x="5644" y="2595916"/>
                    <a:pt x="6140" y="2299105"/>
                  </a:cubicBezTo>
                  <a:lnTo>
                    <a:pt x="6677" y="2019777"/>
                  </a:lnTo>
                  <a:lnTo>
                    <a:pt x="547" y="1385340"/>
                  </a:lnTo>
                  <a:lnTo>
                    <a:pt x="2925" y="1380924"/>
                  </a:lnTo>
                  <a:lnTo>
                    <a:pt x="0" y="1353250"/>
                  </a:lnTo>
                  <a:cubicBezTo>
                    <a:pt x="0" y="1196741"/>
                    <a:pt x="83136" y="1058753"/>
                    <a:pt x="209583" y="977271"/>
                  </a:cubicBezTo>
                  <a:lnTo>
                    <a:pt x="224410" y="969595"/>
                  </a:lnTo>
                  <a:lnTo>
                    <a:pt x="227124" y="964554"/>
                  </a:lnTo>
                  <a:lnTo>
                    <a:pt x="1737742" y="97478"/>
                  </a:lnTo>
                  <a:lnTo>
                    <a:pt x="1757461" y="81510"/>
                  </a:lnTo>
                  <a:cubicBezTo>
                    <a:pt x="1843249" y="23355"/>
                    <a:pt x="1949470" y="-6441"/>
                    <a:pt x="2059558" y="1171"/>
                  </a:cubicBezTo>
                  <a:cubicBezTo>
                    <a:pt x="2091012" y="3346"/>
                    <a:pt x="2122781" y="8575"/>
                    <a:pt x="2154480" y="17069"/>
                  </a:cubicBezTo>
                  <a:cubicBezTo>
                    <a:pt x="2186178" y="25562"/>
                    <a:pt x="2216306" y="36919"/>
                    <a:pt x="2244633" y="50762"/>
                  </a:cubicBezTo>
                  <a:lnTo>
                    <a:pt x="2297037" y="82867"/>
                  </a:lnTo>
                  <a:lnTo>
                    <a:pt x="2301614" y="82915"/>
                  </a:lnTo>
                  <a:lnTo>
                    <a:pt x="3819987" y="956462"/>
                  </a:lnTo>
                  <a:lnTo>
                    <a:pt x="3823402" y="962043"/>
                  </a:lnTo>
                  <a:lnTo>
                    <a:pt x="3865637" y="983909"/>
                  </a:lnTo>
                  <a:cubicBezTo>
                    <a:pt x="3992084" y="1065391"/>
                    <a:pt x="4075219" y="1203379"/>
                    <a:pt x="4075219" y="1359888"/>
                  </a:cubicBezTo>
                  <a:lnTo>
                    <a:pt x="4073979" y="1371619"/>
                  </a:lnTo>
                  <a:lnTo>
                    <a:pt x="4075520" y="1374137"/>
                  </a:lnTo>
                  <a:cubicBezTo>
                    <a:pt x="4074846" y="1511027"/>
                    <a:pt x="4074385" y="1653675"/>
                    <a:pt x="4074030" y="1799202"/>
                  </a:cubicBezTo>
                  <a:lnTo>
                    <a:pt x="4073234" y="2213642"/>
                  </a:lnTo>
                  <a:lnTo>
                    <a:pt x="4069675" y="2213642"/>
                  </a:lnTo>
                  <a:lnTo>
                    <a:pt x="4078773" y="3155305"/>
                  </a:lnTo>
                  <a:lnTo>
                    <a:pt x="4076395" y="3159721"/>
                  </a:lnTo>
                  <a:lnTo>
                    <a:pt x="4079320" y="3187395"/>
                  </a:lnTo>
                  <a:cubicBezTo>
                    <a:pt x="4079320" y="3343904"/>
                    <a:pt x="3996184" y="3481892"/>
                    <a:pt x="3869737" y="3563374"/>
                  </a:cubicBezTo>
                  <a:lnTo>
                    <a:pt x="3854910" y="3571050"/>
                  </a:lnTo>
                  <a:lnTo>
                    <a:pt x="3852196" y="3576091"/>
                  </a:lnTo>
                  <a:lnTo>
                    <a:pt x="2341578" y="4443167"/>
                  </a:lnTo>
                  <a:lnTo>
                    <a:pt x="2321859" y="4459135"/>
                  </a:lnTo>
                  <a:cubicBezTo>
                    <a:pt x="2236071" y="4517290"/>
                    <a:pt x="2129850" y="4547086"/>
                    <a:pt x="2019762" y="4539474"/>
                  </a:cubicBez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  <a:ln w="762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" name="육각형 1"/>
          <p:cNvSpPr/>
          <p:nvPr userDrawn="1"/>
        </p:nvSpPr>
        <p:spPr bwMode="auto">
          <a:xfrm rot="5400000">
            <a:off x="6250607" y="287212"/>
            <a:ext cx="598827" cy="516230"/>
          </a:xfrm>
          <a:prstGeom prst="hexagon">
            <a:avLst>
              <a:gd name="adj" fmla="val 30524"/>
              <a:gd name="vf" fmla="val 115470"/>
            </a:avLst>
          </a:prstGeom>
          <a:solidFill>
            <a:schemeClr val="bg2">
              <a:lumMod val="40000"/>
              <a:lumOff val="60000"/>
            </a:schemeClr>
          </a:solidFill>
          <a:ln w="3175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19125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sp>
        <p:nvSpPr>
          <p:cNvPr id="22" name="육각형 21"/>
          <p:cNvSpPr/>
          <p:nvPr userDrawn="1"/>
        </p:nvSpPr>
        <p:spPr bwMode="auto">
          <a:xfrm rot="5400000">
            <a:off x="5937643" y="-247053"/>
            <a:ext cx="598827" cy="516230"/>
          </a:xfrm>
          <a:prstGeom prst="hexagon">
            <a:avLst>
              <a:gd name="adj" fmla="val 30524"/>
              <a:gd name="vf" fmla="val 115470"/>
            </a:avLst>
          </a:prstGeom>
          <a:solidFill>
            <a:schemeClr val="bg2">
              <a:lumMod val="40000"/>
              <a:lumOff val="60000"/>
            </a:schemeClr>
          </a:solidFill>
          <a:ln w="3175" cap="flat" cmpd="sng" algn="ctr">
            <a:solidFill>
              <a:schemeClr val="accent3">
                <a:lumMod val="20000"/>
                <a:lumOff val="8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619125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2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굴림" pitchFamily="50" charset="-127"/>
              <a:ea typeface="굴림" pitchFamily="50" charset="-127"/>
            </a:endParaRPr>
          </a:p>
        </p:txBody>
      </p:sp>
      <p:grpSp>
        <p:nvGrpSpPr>
          <p:cNvPr id="26" name="그룹 25"/>
          <p:cNvGrpSpPr/>
          <p:nvPr userDrawn="1"/>
        </p:nvGrpSpPr>
        <p:grpSpPr>
          <a:xfrm>
            <a:off x="174212" y="267810"/>
            <a:ext cx="466211" cy="418844"/>
            <a:chOff x="238629" y="6856907"/>
            <a:chExt cx="1927308" cy="1731496"/>
          </a:xfrm>
        </p:grpSpPr>
        <p:sp>
          <p:nvSpPr>
            <p:cNvPr id="27" name="자유형: 도형 21">
              <a:extLst>
                <a:ext uri="{FF2B5EF4-FFF2-40B4-BE49-F238E27FC236}">
                  <a16:creationId xmlns:a16="http://schemas.microsoft.com/office/drawing/2014/main" id="{B4627A61-EB49-4ECC-9182-CDF43095C863}"/>
                </a:ext>
              </a:extLst>
            </p:cNvPr>
            <p:cNvSpPr/>
            <p:nvPr/>
          </p:nvSpPr>
          <p:spPr>
            <a:xfrm rot="3600000">
              <a:off x="336535" y="6759001"/>
              <a:ext cx="1731496" cy="1927308"/>
            </a:xfrm>
            <a:custGeom>
              <a:avLst/>
              <a:gdLst>
                <a:gd name="connsiteX0" fmla="*/ 2019762 w 4079320"/>
                <a:gd name="connsiteY0" fmla="*/ 4539474 h 4540645"/>
                <a:gd name="connsiteX1" fmla="*/ 1924840 w 4079320"/>
                <a:gd name="connsiteY1" fmla="*/ 4523576 h 4540645"/>
                <a:gd name="connsiteX2" fmla="*/ 1834687 w 4079320"/>
                <a:gd name="connsiteY2" fmla="*/ 4489883 h 4540645"/>
                <a:gd name="connsiteX3" fmla="*/ 1782283 w 4079320"/>
                <a:gd name="connsiteY3" fmla="*/ 4457778 h 4540645"/>
                <a:gd name="connsiteX4" fmla="*/ 1777706 w 4079320"/>
                <a:gd name="connsiteY4" fmla="*/ 4457730 h 4540645"/>
                <a:gd name="connsiteX5" fmla="*/ 259333 w 4079320"/>
                <a:gd name="connsiteY5" fmla="*/ 3584183 h 4540645"/>
                <a:gd name="connsiteX6" fmla="*/ 255918 w 4079320"/>
                <a:gd name="connsiteY6" fmla="*/ 3578602 h 4540645"/>
                <a:gd name="connsiteX7" fmla="*/ 213683 w 4079320"/>
                <a:gd name="connsiteY7" fmla="*/ 3556736 h 4540645"/>
                <a:gd name="connsiteX8" fmla="*/ 4101 w 4079320"/>
                <a:gd name="connsiteY8" fmla="*/ 3180757 h 4540645"/>
                <a:gd name="connsiteX9" fmla="*/ 5341 w 4079320"/>
                <a:gd name="connsiteY9" fmla="*/ 3169026 h 4540645"/>
                <a:gd name="connsiteX10" fmla="*/ 3800 w 4079320"/>
                <a:gd name="connsiteY10" fmla="*/ 3166508 h 4540645"/>
                <a:gd name="connsiteX11" fmla="*/ 6140 w 4079320"/>
                <a:gd name="connsiteY11" fmla="*/ 2299105 h 4540645"/>
                <a:gd name="connsiteX12" fmla="*/ 6677 w 4079320"/>
                <a:gd name="connsiteY12" fmla="*/ 2019777 h 4540645"/>
                <a:gd name="connsiteX13" fmla="*/ 547 w 4079320"/>
                <a:gd name="connsiteY13" fmla="*/ 1385340 h 4540645"/>
                <a:gd name="connsiteX14" fmla="*/ 2925 w 4079320"/>
                <a:gd name="connsiteY14" fmla="*/ 1380924 h 4540645"/>
                <a:gd name="connsiteX15" fmla="*/ 0 w 4079320"/>
                <a:gd name="connsiteY15" fmla="*/ 1353250 h 4540645"/>
                <a:gd name="connsiteX16" fmla="*/ 209583 w 4079320"/>
                <a:gd name="connsiteY16" fmla="*/ 977271 h 4540645"/>
                <a:gd name="connsiteX17" fmla="*/ 224410 w 4079320"/>
                <a:gd name="connsiteY17" fmla="*/ 969595 h 4540645"/>
                <a:gd name="connsiteX18" fmla="*/ 227124 w 4079320"/>
                <a:gd name="connsiteY18" fmla="*/ 964554 h 4540645"/>
                <a:gd name="connsiteX19" fmla="*/ 1737742 w 4079320"/>
                <a:gd name="connsiteY19" fmla="*/ 97478 h 4540645"/>
                <a:gd name="connsiteX20" fmla="*/ 1757461 w 4079320"/>
                <a:gd name="connsiteY20" fmla="*/ 81510 h 4540645"/>
                <a:gd name="connsiteX21" fmla="*/ 2059558 w 4079320"/>
                <a:gd name="connsiteY21" fmla="*/ 1171 h 4540645"/>
                <a:gd name="connsiteX22" fmla="*/ 2154480 w 4079320"/>
                <a:gd name="connsiteY22" fmla="*/ 17069 h 4540645"/>
                <a:gd name="connsiteX23" fmla="*/ 2244633 w 4079320"/>
                <a:gd name="connsiteY23" fmla="*/ 50762 h 4540645"/>
                <a:gd name="connsiteX24" fmla="*/ 2297037 w 4079320"/>
                <a:gd name="connsiteY24" fmla="*/ 82867 h 4540645"/>
                <a:gd name="connsiteX25" fmla="*/ 2301614 w 4079320"/>
                <a:gd name="connsiteY25" fmla="*/ 82915 h 4540645"/>
                <a:gd name="connsiteX26" fmla="*/ 3819987 w 4079320"/>
                <a:gd name="connsiteY26" fmla="*/ 956462 h 4540645"/>
                <a:gd name="connsiteX27" fmla="*/ 3823402 w 4079320"/>
                <a:gd name="connsiteY27" fmla="*/ 962043 h 4540645"/>
                <a:gd name="connsiteX28" fmla="*/ 3865637 w 4079320"/>
                <a:gd name="connsiteY28" fmla="*/ 983909 h 4540645"/>
                <a:gd name="connsiteX29" fmla="*/ 4075219 w 4079320"/>
                <a:gd name="connsiteY29" fmla="*/ 1359888 h 4540645"/>
                <a:gd name="connsiteX30" fmla="*/ 4073979 w 4079320"/>
                <a:gd name="connsiteY30" fmla="*/ 1371619 h 4540645"/>
                <a:gd name="connsiteX31" fmla="*/ 4075520 w 4079320"/>
                <a:gd name="connsiteY31" fmla="*/ 1374137 h 4540645"/>
                <a:gd name="connsiteX32" fmla="*/ 4074030 w 4079320"/>
                <a:gd name="connsiteY32" fmla="*/ 1799202 h 4540645"/>
                <a:gd name="connsiteX33" fmla="*/ 4073234 w 4079320"/>
                <a:gd name="connsiteY33" fmla="*/ 2213642 h 4540645"/>
                <a:gd name="connsiteX34" fmla="*/ 4069675 w 4079320"/>
                <a:gd name="connsiteY34" fmla="*/ 2213642 h 4540645"/>
                <a:gd name="connsiteX35" fmla="*/ 4078773 w 4079320"/>
                <a:gd name="connsiteY35" fmla="*/ 3155305 h 4540645"/>
                <a:gd name="connsiteX36" fmla="*/ 4076395 w 4079320"/>
                <a:gd name="connsiteY36" fmla="*/ 3159721 h 4540645"/>
                <a:gd name="connsiteX37" fmla="*/ 4079320 w 4079320"/>
                <a:gd name="connsiteY37" fmla="*/ 3187395 h 4540645"/>
                <a:gd name="connsiteX38" fmla="*/ 3869737 w 4079320"/>
                <a:gd name="connsiteY38" fmla="*/ 3563374 h 4540645"/>
                <a:gd name="connsiteX39" fmla="*/ 3854910 w 4079320"/>
                <a:gd name="connsiteY39" fmla="*/ 3571050 h 4540645"/>
                <a:gd name="connsiteX40" fmla="*/ 3852196 w 4079320"/>
                <a:gd name="connsiteY40" fmla="*/ 3576091 h 4540645"/>
                <a:gd name="connsiteX41" fmla="*/ 2341578 w 4079320"/>
                <a:gd name="connsiteY41" fmla="*/ 4443167 h 4540645"/>
                <a:gd name="connsiteX42" fmla="*/ 2321859 w 4079320"/>
                <a:gd name="connsiteY42" fmla="*/ 4459135 h 4540645"/>
                <a:gd name="connsiteX43" fmla="*/ 2019762 w 4079320"/>
                <a:gd name="connsiteY43" fmla="*/ 4539474 h 454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79320" h="4540645">
                  <a:moveTo>
                    <a:pt x="2019762" y="4539474"/>
                  </a:moveTo>
                  <a:cubicBezTo>
                    <a:pt x="1988308" y="4537299"/>
                    <a:pt x="1956539" y="4532070"/>
                    <a:pt x="1924840" y="4523576"/>
                  </a:cubicBezTo>
                  <a:cubicBezTo>
                    <a:pt x="1893142" y="4515083"/>
                    <a:pt x="1863014" y="4503726"/>
                    <a:pt x="1834687" y="4489883"/>
                  </a:cubicBezTo>
                  <a:lnTo>
                    <a:pt x="1782283" y="4457778"/>
                  </a:lnTo>
                  <a:lnTo>
                    <a:pt x="1777706" y="4457730"/>
                  </a:lnTo>
                  <a:lnTo>
                    <a:pt x="259333" y="3584183"/>
                  </a:lnTo>
                  <a:lnTo>
                    <a:pt x="255918" y="3578602"/>
                  </a:lnTo>
                  <a:lnTo>
                    <a:pt x="213683" y="3556736"/>
                  </a:lnTo>
                  <a:cubicBezTo>
                    <a:pt x="87236" y="3475254"/>
                    <a:pt x="4101" y="3337266"/>
                    <a:pt x="4101" y="3180757"/>
                  </a:cubicBezTo>
                  <a:lnTo>
                    <a:pt x="5341" y="3169026"/>
                  </a:lnTo>
                  <a:lnTo>
                    <a:pt x="3800" y="3166508"/>
                  </a:lnTo>
                  <a:cubicBezTo>
                    <a:pt x="5149" y="2892728"/>
                    <a:pt x="5644" y="2595916"/>
                    <a:pt x="6140" y="2299105"/>
                  </a:cubicBezTo>
                  <a:lnTo>
                    <a:pt x="6677" y="2019777"/>
                  </a:lnTo>
                  <a:lnTo>
                    <a:pt x="547" y="1385340"/>
                  </a:lnTo>
                  <a:lnTo>
                    <a:pt x="2925" y="1380924"/>
                  </a:lnTo>
                  <a:lnTo>
                    <a:pt x="0" y="1353250"/>
                  </a:lnTo>
                  <a:cubicBezTo>
                    <a:pt x="0" y="1196741"/>
                    <a:pt x="83136" y="1058753"/>
                    <a:pt x="209583" y="977271"/>
                  </a:cubicBezTo>
                  <a:lnTo>
                    <a:pt x="224410" y="969595"/>
                  </a:lnTo>
                  <a:lnTo>
                    <a:pt x="227124" y="964554"/>
                  </a:lnTo>
                  <a:lnTo>
                    <a:pt x="1737742" y="97478"/>
                  </a:lnTo>
                  <a:lnTo>
                    <a:pt x="1757461" y="81510"/>
                  </a:lnTo>
                  <a:cubicBezTo>
                    <a:pt x="1843249" y="23355"/>
                    <a:pt x="1949470" y="-6441"/>
                    <a:pt x="2059558" y="1171"/>
                  </a:cubicBezTo>
                  <a:cubicBezTo>
                    <a:pt x="2091012" y="3346"/>
                    <a:pt x="2122781" y="8575"/>
                    <a:pt x="2154480" y="17069"/>
                  </a:cubicBezTo>
                  <a:cubicBezTo>
                    <a:pt x="2186178" y="25562"/>
                    <a:pt x="2216306" y="36919"/>
                    <a:pt x="2244633" y="50762"/>
                  </a:cubicBezTo>
                  <a:lnTo>
                    <a:pt x="2297037" y="82867"/>
                  </a:lnTo>
                  <a:lnTo>
                    <a:pt x="2301614" y="82915"/>
                  </a:lnTo>
                  <a:lnTo>
                    <a:pt x="3819987" y="956462"/>
                  </a:lnTo>
                  <a:lnTo>
                    <a:pt x="3823402" y="962043"/>
                  </a:lnTo>
                  <a:lnTo>
                    <a:pt x="3865637" y="983909"/>
                  </a:lnTo>
                  <a:cubicBezTo>
                    <a:pt x="3992084" y="1065391"/>
                    <a:pt x="4075219" y="1203379"/>
                    <a:pt x="4075219" y="1359888"/>
                  </a:cubicBezTo>
                  <a:lnTo>
                    <a:pt x="4073979" y="1371619"/>
                  </a:lnTo>
                  <a:lnTo>
                    <a:pt x="4075520" y="1374137"/>
                  </a:lnTo>
                  <a:cubicBezTo>
                    <a:pt x="4074846" y="1511027"/>
                    <a:pt x="4074385" y="1653675"/>
                    <a:pt x="4074030" y="1799202"/>
                  </a:cubicBezTo>
                  <a:lnTo>
                    <a:pt x="4073234" y="2213642"/>
                  </a:lnTo>
                  <a:lnTo>
                    <a:pt x="4069675" y="2213642"/>
                  </a:lnTo>
                  <a:lnTo>
                    <a:pt x="4078773" y="3155305"/>
                  </a:lnTo>
                  <a:lnTo>
                    <a:pt x="4076395" y="3159721"/>
                  </a:lnTo>
                  <a:lnTo>
                    <a:pt x="4079320" y="3187395"/>
                  </a:lnTo>
                  <a:cubicBezTo>
                    <a:pt x="4079320" y="3343904"/>
                    <a:pt x="3996184" y="3481892"/>
                    <a:pt x="3869737" y="3563374"/>
                  </a:cubicBezTo>
                  <a:lnTo>
                    <a:pt x="3854910" y="3571050"/>
                  </a:lnTo>
                  <a:lnTo>
                    <a:pt x="3852196" y="3576091"/>
                  </a:lnTo>
                  <a:lnTo>
                    <a:pt x="2341578" y="4443167"/>
                  </a:lnTo>
                  <a:lnTo>
                    <a:pt x="2321859" y="4459135"/>
                  </a:lnTo>
                  <a:cubicBezTo>
                    <a:pt x="2236071" y="4517290"/>
                    <a:pt x="2129850" y="4547086"/>
                    <a:pt x="2019762" y="4539474"/>
                  </a:cubicBezTo>
                  <a:close/>
                </a:path>
              </a:pathLst>
            </a:custGeom>
            <a:gradFill flip="none" rotWithShape="1">
              <a:gsLst>
                <a:gs pos="0">
                  <a:srgbClr val="BEC0C2"/>
                </a:gs>
                <a:gs pos="100000">
                  <a:sysClr val="window" lastClr="FFFFFF"/>
                </a:gs>
              </a:gsLst>
              <a:lin ang="6000000" scaled="0"/>
              <a:tileRect/>
            </a:gradFill>
            <a:ln w="12700" cap="flat" cmpd="sng" algn="ctr">
              <a:solidFill>
                <a:sysClr val="window" lastClr="FFFFFF"/>
              </a:solidFill>
              <a:prstDash val="solid"/>
            </a:ln>
            <a:effectLst>
              <a:outerShdw blurRad="127000" dist="152400" dir="3000000" sx="101000" sy="101000" algn="tl" rotWithShape="0">
                <a:prstClr val="black">
                  <a:alpha val="19000"/>
                </a:prstClr>
              </a:outerShdw>
            </a:effectLst>
          </p:spPr>
          <p:txBody>
  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 latinLnBrk="0"/>
              <a:endParaRPr lang="ko-KR" altLang="en-US" sz="900" kern="0">
                <a:solidFill>
                  <a:srgbClr val="A6A6A6"/>
                </a:solidFill>
                <a:latin typeface="맑은 고딕"/>
                <a:ea typeface="맑은 고딕" panose="020B0503020000020004" pitchFamily="50" charset="-127"/>
              </a:endParaRPr>
            </a:p>
          </p:txBody>
        </p:sp>
        <p:sp>
          <p:nvSpPr>
            <p:cNvPr id="28" name="자유형: 도형 23">
              <a:extLst>
                <a:ext uri="{FF2B5EF4-FFF2-40B4-BE49-F238E27FC236}">
                  <a16:creationId xmlns:a16="http://schemas.microsoft.com/office/drawing/2014/main" id="{998B4AA0-D268-4FBB-B1D2-B53181F9B645}"/>
                </a:ext>
              </a:extLst>
            </p:cNvPr>
            <p:cNvSpPr/>
            <p:nvPr/>
          </p:nvSpPr>
          <p:spPr>
            <a:xfrm>
              <a:off x="508757" y="6933519"/>
              <a:ext cx="1435235" cy="1597544"/>
            </a:xfrm>
            <a:custGeom>
              <a:avLst/>
              <a:gdLst>
                <a:gd name="connsiteX0" fmla="*/ 2019762 w 4079320"/>
                <a:gd name="connsiteY0" fmla="*/ 4539474 h 4540645"/>
                <a:gd name="connsiteX1" fmla="*/ 1924840 w 4079320"/>
                <a:gd name="connsiteY1" fmla="*/ 4523576 h 4540645"/>
                <a:gd name="connsiteX2" fmla="*/ 1834687 w 4079320"/>
                <a:gd name="connsiteY2" fmla="*/ 4489883 h 4540645"/>
                <a:gd name="connsiteX3" fmla="*/ 1782283 w 4079320"/>
                <a:gd name="connsiteY3" fmla="*/ 4457778 h 4540645"/>
                <a:gd name="connsiteX4" fmla="*/ 1777706 w 4079320"/>
                <a:gd name="connsiteY4" fmla="*/ 4457730 h 4540645"/>
                <a:gd name="connsiteX5" fmla="*/ 259333 w 4079320"/>
                <a:gd name="connsiteY5" fmla="*/ 3584183 h 4540645"/>
                <a:gd name="connsiteX6" fmla="*/ 255918 w 4079320"/>
                <a:gd name="connsiteY6" fmla="*/ 3578602 h 4540645"/>
                <a:gd name="connsiteX7" fmla="*/ 213683 w 4079320"/>
                <a:gd name="connsiteY7" fmla="*/ 3556736 h 4540645"/>
                <a:gd name="connsiteX8" fmla="*/ 4101 w 4079320"/>
                <a:gd name="connsiteY8" fmla="*/ 3180757 h 4540645"/>
                <a:gd name="connsiteX9" fmla="*/ 5341 w 4079320"/>
                <a:gd name="connsiteY9" fmla="*/ 3169026 h 4540645"/>
                <a:gd name="connsiteX10" fmla="*/ 3800 w 4079320"/>
                <a:gd name="connsiteY10" fmla="*/ 3166508 h 4540645"/>
                <a:gd name="connsiteX11" fmla="*/ 6140 w 4079320"/>
                <a:gd name="connsiteY11" fmla="*/ 2299105 h 4540645"/>
                <a:gd name="connsiteX12" fmla="*/ 6677 w 4079320"/>
                <a:gd name="connsiteY12" fmla="*/ 2019777 h 4540645"/>
                <a:gd name="connsiteX13" fmla="*/ 547 w 4079320"/>
                <a:gd name="connsiteY13" fmla="*/ 1385340 h 4540645"/>
                <a:gd name="connsiteX14" fmla="*/ 2925 w 4079320"/>
                <a:gd name="connsiteY14" fmla="*/ 1380924 h 4540645"/>
                <a:gd name="connsiteX15" fmla="*/ 0 w 4079320"/>
                <a:gd name="connsiteY15" fmla="*/ 1353250 h 4540645"/>
                <a:gd name="connsiteX16" fmla="*/ 209583 w 4079320"/>
                <a:gd name="connsiteY16" fmla="*/ 977271 h 4540645"/>
                <a:gd name="connsiteX17" fmla="*/ 224410 w 4079320"/>
                <a:gd name="connsiteY17" fmla="*/ 969595 h 4540645"/>
                <a:gd name="connsiteX18" fmla="*/ 227124 w 4079320"/>
                <a:gd name="connsiteY18" fmla="*/ 964554 h 4540645"/>
                <a:gd name="connsiteX19" fmla="*/ 1737742 w 4079320"/>
                <a:gd name="connsiteY19" fmla="*/ 97478 h 4540645"/>
                <a:gd name="connsiteX20" fmla="*/ 1757461 w 4079320"/>
                <a:gd name="connsiteY20" fmla="*/ 81510 h 4540645"/>
                <a:gd name="connsiteX21" fmla="*/ 2059558 w 4079320"/>
                <a:gd name="connsiteY21" fmla="*/ 1171 h 4540645"/>
                <a:gd name="connsiteX22" fmla="*/ 2154480 w 4079320"/>
                <a:gd name="connsiteY22" fmla="*/ 17069 h 4540645"/>
                <a:gd name="connsiteX23" fmla="*/ 2244633 w 4079320"/>
                <a:gd name="connsiteY23" fmla="*/ 50762 h 4540645"/>
                <a:gd name="connsiteX24" fmla="*/ 2297037 w 4079320"/>
                <a:gd name="connsiteY24" fmla="*/ 82867 h 4540645"/>
                <a:gd name="connsiteX25" fmla="*/ 2301614 w 4079320"/>
                <a:gd name="connsiteY25" fmla="*/ 82915 h 4540645"/>
                <a:gd name="connsiteX26" fmla="*/ 3819987 w 4079320"/>
                <a:gd name="connsiteY26" fmla="*/ 956462 h 4540645"/>
                <a:gd name="connsiteX27" fmla="*/ 3823402 w 4079320"/>
                <a:gd name="connsiteY27" fmla="*/ 962043 h 4540645"/>
                <a:gd name="connsiteX28" fmla="*/ 3865637 w 4079320"/>
                <a:gd name="connsiteY28" fmla="*/ 983909 h 4540645"/>
                <a:gd name="connsiteX29" fmla="*/ 4075219 w 4079320"/>
                <a:gd name="connsiteY29" fmla="*/ 1359888 h 4540645"/>
                <a:gd name="connsiteX30" fmla="*/ 4073979 w 4079320"/>
                <a:gd name="connsiteY30" fmla="*/ 1371619 h 4540645"/>
                <a:gd name="connsiteX31" fmla="*/ 4075520 w 4079320"/>
                <a:gd name="connsiteY31" fmla="*/ 1374137 h 4540645"/>
                <a:gd name="connsiteX32" fmla="*/ 4074030 w 4079320"/>
                <a:gd name="connsiteY32" fmla="*/ 1799202 h 4540645"/>
                <a:gd name="connsiteX33" fmla="*/ 4073234 w 4079320"/>
                <a:gd name="connsiteY33" fmla="*/ 2213642 h 4540645"/>
                <a:gd name="connsiteX34" fmla="*/ 4069675 w 4079320"/>
                <a:gd name="connsiteY34" fmla="*/ 2213642 h 4540645"/>
                <a:gd name="connsiteX35" fmla="*/ 4078773 w 4079320"/>
                <a:gd name="connsiteY35" fmla="*/ 3155305 h 4540645"/>
                <a:gd name="connsiteX36" fmla="*/ 4076395 w 4079320"/>
                <a:gd name="connsiteY36" fmla="*/ 3159721 h 4540645"/>
                <a:gd name="connsiteX37" fmla="*/ 4079320 w 4079320"/>
                <a:gd name="connsiteY37" fmla="*/ 3187395 h 4540645"/>
                <a:gd name="connsiteX38" fmla="*/ 3869737 w 4079320"/>
                <a:gd name="connsiteY38" fmla="*/ 3563374 h 4540645"/>
                <a:gd name="connsiteX39" fmla="*/ 3854910 w 4079320"/>
                <a:gd name="connsiteY39" fmla="*/ 3571050 h 4540645"/>
                <a:gd name="connsiteX40" fmla="*/ 3852196 w 4079320"/>
                <a:gd name="connsiteY40" fmla="*/ 3576091 h 4540645"/>
                <a:gd name="connsiteX41" fmla="*/ 2341578 w 4079320"/>
                <a:gd name="connsiteY41" fmla="*/ 4443167 h 4540645"/>
                <a:gd name="connsiteX42" fmla="*/ 2321859 w 4079320"/>
                <a:gd name="connsiteY42" fmla="*/ 4459135 h 4540645"/>
                <a:gd name="connsiteX43" fmla="*/ 2019762 w 4079320"/>
                <a:gd name="connsiteY43" fmla="*/ 4539474 h 45406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79320" h="4540645">
                  <a:moveTo>
                    <a:pt x="2019762" y="4539474"/>
                  </a:moveTo>
                  <a:cubicBezTo>
                    <a:pt x="1988308" y="4537299"/>
                    <a:pt x="1956539" y="4532070"/>
                    <a:pt x="1924840" y="4523576"/>
                  </a:cubicBezTo>
                  <a:cubicBezTo>
                    <a:pt x="1893142" y="4515083"/>
                    <a:pt x="1863014" y="4503726"/>
                    <a:pt x="1834687" y="4489883"/>
                  </a:cubicBezTo>
                  <a:lnTo>
                    <a:pt x="1782283" y="4457778"/>
                  </a:lnTo>
                  <a:lnTo>
                    <a:pt x="1777706" y="4457730"/>
                  </a:lnTo>
                  <a:lnTo>
                    <a:pt x="259333" y="3584183"/>
                  </a:lnTo>
                  <a:lnTo>
                    <a:pt x="255918" y="3578602"/>
                  </a:lnTo>
                  <a:lnTo>
                    <a:pt x="213683" y="3556736"/>
                  </a:lnTo>
                  <a:cubicBezTo>
                    <a:pt x="87236" y="3475254"/>
                    <a:pt x="4101" y="3337266"/>
                    <a:pt x="4101" y="3180757"/>
                  </a:cubicBezTo>
                  <a:lnTo>
                    <a:pt x="5341" y="3169026"/>
                  </a:lnTo>
                  <a:lnTo>
                    <a:pt x="3800" y="3166508"/>
                  </a:lnTo>
                  <a:cubicBezTo>
                    <a:pt x="5149" y="2892728"/>
                    <a:pt x="5644" y="2595916"/>
                    <a:pt x="6140" y="2299105"/>
                  </a:cubicBezTo>
                  <a:lnTo>
                    <a:pt x="6677" y="2019777"/>
                  </a:lnTo>
                  <a:lnTo>
                    <a:pt x="547" y="1385340"/>
                  </a:lnTo>
                  <a:lnTo>
                    <a:pt x="2925" y="1380924"/>
                  </a:lnTo>
                  <a:lnTo>
                    <a:pt x="0" y="1353250"/>
                  </a:lnTo>
                  <a:cubicBezTo>
                    <a:pt x="0" y="1196741"/>
                    <a:pt x="83136" y="1058753"/>
                    <a:pt x="209583" y="977271"/>
                  </a:cubicBezTo>
                  <a:lnTo>
                    <a:pt x="224410" y="969595"/>
                  </a:lnTo>
                  <a:lnTo>
                    <a:pt x="227124" y="964554"/>
                  </a:lnTo>
                  <a:lnTo>
                    <a:pt x="1737742" y="97478"/>
                  </a:lnTo>
                  <a:lnTo>
                    <a:pt x="1757461" y="81510"/>
                  </a:lnTo>
                  <a:cubicBezTo>
                    <a:pt x="1843249" y="23355"/>
                    <a:pt x="1949470" y="-6441"/>
                    <a:pt x="2059558" y="1171"/>
                  </a:cubicBezTo>
                  <a:cubicBezTo>
                    <a:pt x="2091012" y="3346"/>
                    <a:pt x="2122781" y="8575"/>
                    <a:pt x="2154480" y="17069"/>
                  </a:cubicBezTo>
                  <a:cubicBezTo>
                    <a:pt x="2186178" y="25562"/>
                    <a:pt x="2216306" y="36919"/>
                    <a:pt x="2244633" y="50762"/>
                  </a:cubicBezTo>
                  <a:lnTo>
                    <a:pt x="2297037" y="82867"/>
                  </a:lnTo>
                  <a:lnTo>
                    <a:pt x="2301614" y="82915"/>
                  </a:lnTo>
                  <a:lnTo>
                    <a:pt x="3819987" y="956462"/>
                  </a:lnTo>
                  <a:lnTo>
                    <a:pt x="3823402" y="962043"/>
                  </a:lnTo>
                  <a:lnTo>
                    <a:pt x="3865637" y="983909"/>
                  </a:lnTo>
                  <a:cubicBezTo>
                    <a:pt x="3992084" y="1065391"/>
                    <a:pt x="4075219" y="1203379"/>
                    <a:pt x="4075219" y="1359888"/>
                  </a:cubicBezTo>
                  <a:lnTo>
                    <a:pt x="4073979" y="1371619"/>
                  </a:lnTo>
                  <a:lnTo>
                    <a:pt x="4075520" y="1374137"/>
                  </a:lnTo>
                  <a:cubicBezTo>
                    <a:pt x="4074846" y="1511027"/>
                    <a:pt x="4074385" y="1653675"/>
                    <a:pt x="4074030" y="1799202"/>
                  </a:cubicBezTo>
                  <a:lnTo>
                    <a:pt x="4073234" y="2213642"/>
                  </a:lnTo>
                  <a:lnTo>
                    <a:pt x="4069675" y="2213642"/>
                  </a:lnTo>
                  <a:lnTo>
                    <a:pt x="4078773" y="3155305"/>
                  </a:lnTo>
                  <a:lnTo>
                    <a:pt x="4076395" y="3159721"/>
                  </a:lnTo>
                  <a:lnTo>
                    <a:pt x="4079320" y="3187395"/>
                  </a:lnTo>
                  <a:cubicBezTo>
                    <a:pt x="4079320" y="3343904"/>
                    <a:pt x="3996184" y="3481892"/>
                    <a:pt x="3869737" y="3563374"/>
                  </a:cubicBezTo>
                  <a:lnTo>
                    <a:pt x="3854910" y="3571050"/>
                  </a:lnTo>
                  <a:lnTo>
                    <a:pt x="3852196" y="3576091"/>
                  </a:lnTo>
                  <a:lnTo>
                    <a:pt x="2341578" y="4443167"/>
                  </a:lnTo>
                  <a:lnTo>
                    <a:pt x="2321859" y="4459135"/>
                  </a:lnTo>
                  <a:cubicBezTo>
                    <a:pt x="2236071" y="4517290"/>
                    <a:pt x="2129850" y="4547086"/>
                    <a:pt x="2019762" y="4539474"/>
                  </a:cubicBezTo>
                  <a:close/>
                </a:path>
              </a:pathLst>
            </a:custGeom>
            <a:solidFill>
              <a:schemeClr val="bg1">
                <a:lumMod val="95000"/>
              </a:schemeClr>
            </a:solidFill>
            <a:ln w="76200">
              <a:noFill/>
            </a:ln>
            <a:effectLst>
              <a:innerShdw blurRad="63500" dist="50800" dir="13500000">
                <a:prstClr val="black">
                  <a:alpha val="50000"/>
                </a:prstClr>
              </a:inn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0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endParaRPr>
            </a:p>
          </p:txBody>
        </p:sp>
      </p:grpSp>
      <p:sp>
        <p:nvSpPr>
          <p:cNvPr id="25" name="TextBox 24"/>
          <p:cNvSpPr txBox="1"/>
          <p:nvPr userDrawn="1"/>
        </p:nvSpPr>
        <p:spPr>
          <a:xfrm>
            <a:off x="1095756" y="8849375"/>
            <a:ext cx="463731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000" spc="0" dirty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copyright © 2024  Kim Jee Min.  All right reserved. </a:t>
            </a:r>
            <a:endParaRPr lang="ko-KR" altLang="en-US" sz="1000" spc="0" dirty="0"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55155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47688" y="728663"/>
            <a:ext cx="5507037" cy="268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150" tIns="43075" rIns="86150" bIns="43075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544513" y="1312863"/>
            <a:ext cx="5443537" cy="652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6150" tIns="43075" rIns="86150" bIns="43075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11" r:id="rId1"/>
    <p:sldLayoutId id="2147483712" r:id="rId2"/>
  </p:sldLayoutIdLst>
  <p:txStyles>
    <p:titleStyle>
      <a:lvl1pPr algn="l" defTabSz="862013" rtl="0" eaLnBrk="0" fontAlgn="base" latinLnBrk="1" hangingPunct="0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+mj-lt"/>
          <a:ea typeface="+mj-ea"/>
          <a:cs typeface="+mj-cs"/>
        </a:defRPr>
      </a:lvl1pPr>
      <a:lvl2pPr algn="l" defTabSz="862013" rtl="0" eaLnBrk="0" fontAlgn="base" latinLnBrk="1" hangingPunct="0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HY울릉도B" pitchFamily="18" charset="-127"/>
          <a:ea typeface="HY울릉도B" pitchFamily="18" charset="-127"/>
        </a:defRPr>
      </a:lvl2pPr>
      <a:lvl3pPr algn="l" defTabSz="862013" rtl="0" eaLnBrk="0" fontAlgn="base" latinLnBrk="1" hangingPunct="0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HY울릉도B" pitchFamily="18" charset="-127"/>
          <a:ea typeface="HY울릉도B" pitchFamily="18" charset="-127"/>
        </a:defRPr>
      </a:lvl3pPr>
      <a:lvl4pPr algn="l" defTabSz="862013" rtl="0" eaLnBrk="0" fontAlgn="base" latinLnBrk="1" hangingPunct="0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HY울릉도B" pitchFamily="18" charset="-127"/>
          <a:ea typeface="HY울릉도B" pitchFamily="18" charset="-127"/>
        </a:defRPr>
      </a:lvl4pPr>
      <a:lvl5pPr algn="l" defTabSz="862013" rtl="0" eaLnBrk="0" fontAlgn="base" latinLnBrk="1" hangingPunct="0">
        <a:spcBef>
          <a:spcPct val="0"/>
        </a:spcBef>
        <a:spcAft>
          <a:spcPct val="0"/>
        </a:spcAft>
        <a:defRPr kumimoji="1">
          <a:solidFill>
            <a:schemeClr val="tx2"/>
          </a:solidFill>
          <a:latin typeface="HY울릉도B" pitchFamily="18" charset="-127"/>
          <a:ea typeface="HY울릉도B" pitchFamily="18" charset="-127"/>
        </a:defRPr>
      </a:lvl5pPr>
      <a:lvl6pPr marL="641144" algn="l" defTabSz="868214" rtl="0" fontAlgn="base" latinLnBrk="1">
        <a:spcBef>
          <a:spcPct val="0"/>
        </a:spcBef>
        <a:spcAft>
          <a:spcPct val="0"/>
        </a:spcAft>
        <a:defRPr kumimoji="1" sz="1900">
          <a:solidFill>
            <a:schemeClr val="tx2"/>
          </a:solidFill>
          <a:latin typeface="HY울릉도B" pitchFamily="18" charset="-127"/>
          <a:ea typeface="HY울릉도B" pitchFamily="18" charset="-127"/>
        </a:defRPr>
      </a:lvl6pPr>
      <a:lvl7pPr marL="1282285" algn="l" defTabSz="868214" rtl="0" fontAlgn="base" latinLnBrk="1">
        <a:spcBef>
          <a:spcPct val="0"/>
        </a:spcBef>
        <a:spcAft>
          <a:spcPct val="0"/>
        </a:spcAft>
        <a:defRPr kumimoji="1" sz="1900">
          <a:solidFill>
            <a:schemeClr val="tx2"/>
          </a:solidFill>
          <a:latin typeface="HY울릉도B" pitchFamily="18" charset="-127"/>
          <a:ea typeface="HY울릉도B" pitchFamily="18" charset="-127"/>
        </a:defRPr>
      </a:lvl7pPr>
      <a:lvl8pPr marL="1923429" algn="l" defTabSz="868214" rtl="0" fontAlgn="base" latinLnBrk="1">
        <a:spcBef>
          <a:spcPct val="0"/>
        </a:spcBef>
        <a:spcAft>
          <a:spcPct val="0"/>
        </a:spcAft>
        <a:defRPr kumimoji="1" sz="1900">
          <a:solidFill>
            <a:schemeClr val="tx2"/>
          </a:solidFill>
          <a:latin typeface="HY울릉도B" pitchFamily="18" charset="-127"/>
          <a:ea typeface="HY울릉도B" pitchFamily="18" charset="-127"/>
        </a:defRPr>
      </a:lvl8pPr>
      <a:lvl9pPr marL="2564571" algn="l" defTabSz="868214" rtl="0" fontAlgn="base" latinLnBrk="1">
        <a:spcBef>
          <a:spcPct val="0"/>
        </a:spcBef>
        <a:spcAft>
          <a:spcPct val="0"/>
        </a:spcAft>
        <a:defRPr kumimoji="1" sz="1900">
          <a:solidFill>
            <a:schemeClr val="tx2"/>
          </a:solidFill>
          <a:latin typeface="HY울릉도B" pitchFamily="18" charset="-127"/>
          <a:ea typeface="HY울릉도B" pitchFamily="18" charset="-127"/>
        </a:defRPr>
      </a:lvl9pPr>
    </p:titleStyle>
    <p:bodyStyle>
      <a:lvl1pPr marL="477838" indent="-477838" algn="just" defTabSz="862013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har char="•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  <a:cs typeface="+mn-cs"/>
        </a:defRPr>
      </a:lvl1pPr>
      <a:lvl2pPr marL="165100" indent="466725" algn="just" defTabSz="862013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marL="1082675" indent="-211138" algn="just" defTabSz="862013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har char="•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marL="1504950" indent="-214313" algn="just" defTabSz="862013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har char="–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marL="1936750" indent="-214313" algn="just" defTabSz="862013" rtl="0" eaLnBrk="0" fontAlgn="base" latinLnBrk="1" hangingPunct="0">
        <a:lnSpc>
          <a:spcPct val="110000"/>
        </a:lnSpc>
        <a:spcBef>
          <a:spcPct val="0"/>
        </a:spcBef>
        <a:spcAft>
          <a:spcPct val="0"/>
        </a:spcAft>
        <a:buChar char="»"/>
        <a:defRPr kumimoji="1" sz="12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2593512" indent="-218166" algn="just" defTabSz="868214" rtl="0" fontAlgn="base" latinLnBrk="1">
        <a:lnSpc>
          <a:spcPct val="110000"/>
        </a:lnSpc>
        <a:spcBef>
          <a:spcPct val="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6pPr>
      <a:lvl7pPr marL="3234654" indent="-218166" algn="just" defTabSz="868214" rtl="0" fontAlgn="base" latinLnBrk="1">
        <a:lnSpc>
          <a:spcPct val="110000"/>
        </a:lnSpc>
        <a:spcBef>
          <a:spcPct val="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7pPr>
      <a:lvl8pPr marL="3875797" indent="-218166" algn="just" defTabSz="868214" rtl="0" fontAlgn="base" latinLnBrk="1">
        <a:lnSpc>
          <a:spcPct val="110000"/>
        </a:lnSpc>
        <a:spcBef>
          <a:spcPct val="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8pPr>
      <a:lvl9pPr marL="4516939" indent="-218166" algn="just" defTabSz="868214" rtl="0" fontAlgn="base" latinLnBrk="1">
        <a:lnSpc>
          <a:spcPct val="110000"/>
        </a:lnSpc>
        <a:spcBef>
          <a:spcPct val="0"/>
        </a:spcBef>
        <a:spcAft>
          <a:spcPct val="0"/>
        </a:spcAft>
        <a:defRPr kumimoji="1" sz="12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ko-KR"/>
      </a:defPPr>
      <a:lvl1pPr marL="0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1pPr>
      <a:lvl2pPr marL="641144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2pPr>
      <a:lvl3pPr marL="1282285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3pPr>
      <a:lvl4pPr marL="1923429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4pPr>
      <a:lvl5pPr marL="2564571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5pPr>
      <a:lvl6pPr marL="3205711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6pPr>
      <a:lvl7pPr marL="3846855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7pPr>
      <a:lvl8pPr marL="4487998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8pPr>
      <a:lvl9pPr marL="5129140" algn="l" defTabSz="1282285" rtl="0" eaLnBrk="1" latinLnBrk="1" hangingPunct="1">
        <a:defRPr sz="2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785714" y="342236"/>
            <a:ext cx="3068991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코칭 세션일지</a:t>
            </a:r>
            <a:r>
              <a:rPr lang="en-US" altLang="ko-KR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(</a:t>
            </a:r>
            <a:r>
              <a:rPr lang="ko-KR" altLang="en-US" sz="1700" b="1" dirty="0" err="1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코치용</a:t>
            </a:r>
            <a:r>
              <a:rPr lang="en-US" altLang="ko-KR" sz="17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맑은 고딕" panose="020B0503020000020004" pitchFamily="50" charset="-127"/>
                <a:ea typeface="맑은 고딕" panose="020B0503020000020004" pitchFamily="50" charset="-127"/>
              </a:rPr>
              <a:t>)</a:t>
            </a:r>
            <a:endParaRPr lang="ko-KR" altLang="en-US" sz="17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6" name="Group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5123187"/>
              </p:ext>
            </p:extLst>
          </p:nvPr>
        </p:nvGraphicFramePr>
        <p:xfrm>
          <a:off x="231798" y="1049597"/>
          <a:ext cx="6092827" cy="592467"/>
        </p:xfrm>
        <a:graphic>
          <a:graphicData uri="http://schemas.openxmlformats.org/drawingml/2006/table">
            <a:tbl>
              <a:tblPr/>
              <a:tblGrid>
                <a:gridCol w="145696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54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7850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2189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1455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코칭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대상자 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/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코치</a:t>
                      </a:r>
                    </a:p>
                  </a:txBody>
                  <a:tcPr marL="91439" marR="91439" marT="45690" marB="4569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91439" marR="91439" marT="45690" marB="4569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코칭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회차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90" marB="4569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차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/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총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 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차</a:t>
                      </a:r>
                    </a:p>
                  </a:txBody>
                  <a:tcPr marL="91439" marR="91439" marT="45690" marB="4569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868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코칭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일시 </a:t>
                      </a:r>
                    </a:p>
                  </a:txBody>
                  <a:tcPr marL="91439" marR="91439" marT="45690" marB="4569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91439" marR="91439" marT="45690" marB="4569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차주 </a:t>
                      </a:r>
                      <a:r>
                        <a:rPr kumimoji="1" lang="ko-KR" altLang="en-US" sz="10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코칭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맑은 고딕" pitchFamily="50" charset="-127"/>
                          <a:ea typeface="맑은 고딕" pitchFamily="50" charset="-127"/>
                        </a:rPr>
                        <a:t> 일시 </a:t>
                      </a:r>
                      <a:endParaRPr kumimoji="1" lang="ko-KR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맑은 고딕" pitchFamily="50" charset="-127"/>
                        <a:ea typeface="맑은 고딕" pitchFamily="50" charset="-127"/>
                      </a:endParaRPr>
                    </a:p>
                  </a:txBody>
                  <a:tcPr marL="91439" marR="91439" marT="45690" marB="45690" anchor="ctr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20000"/>
                        <a:lumOff val="80000"/>
                        <a:alpha val="50195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91439" marR="91439" marT="45690" marB="45690" horzOverflow="overflow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7" name="표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45504390"/>
              </p:ext>
            </p:extLst>
          </p:nvPr>
        </p:nvGraphicFramePr>
        <p:xfrm>
          <a:off x="231798" y="1775205"/>
          <a:ext cx="6092848" cy="6930644"/>
        </p:xfrm>
        <a:graphic>
          <a:graphicData uri="http://schemas.openxmlformats.org/drawingml/2006/table">
            <a:tbl>
              <a:tblPr/>
              <a:tblGrid>
                <a:gridCol w="9271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656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4418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코칭목표</a:t>
                      </a:r>
                    </a:p>
                  </a:txBody>
                  <a:tcPr marL="4489" marR="4489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000" marR="72000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3763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세션목표</a:t>
                      </a:r>
                    </a:p>
                  </a:txBody>
                  <a:tcPr marL="4489" marR="4489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4138" indent="-84138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000" marR="72000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1108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과제점검</a:t>
                      </a:r>
                    </a:p>
                  </a:txBody>
                  <a:tcPr marL="4489" marR="4489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000" marR="72000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5776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코칭주제</a:t>
                      </a:r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/</a:t>
                      </a:r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내용</a:t>
                      </a:r>
                    </a:p>
                  </a:txBody>
                  <a:tcPr marL="4489" marR="4489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000" b="1" i="0" u="none" strike="noStrike" baseline="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Share :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itchFamily="34" charset="0"/>
                        <a:buNone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Font typeface="Arial" pitchFamily="34" charset="0"/>
                        <a:buNone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000" b="1" i="0" u="none" strike="noStrike" baseline="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Develop </a:t>
                      </a: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000" b="1" i="0" u="none" strike="noStrike" baseline="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Learning : </a:t>
                      </a: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endParaRPr lang="en-US" altLang="ko-KR" sz="1000" b="1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  <a:p>
                      <a:pPr marL="88900" indent="-88900" latinLnBrk="0">
                        <a:lnSpc>
                          <a:spcPct val="150000"/>
                        </a:lnSpc>
                        <a:buFont typeface="Arial" pitchFamily="34" charset="0"/>
                        <a:buChar char="•"/>
                      </a:pPr>
                      <a:r>
                        <a:rPr lang="en-US" altLang="ko-KR" sz="1000" b="1" i="0" u="none" strike="noStrike" baseline="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Warp-up :</a:t>
                      </a:r>
                      <a:endParaRPr lang="en-US" altLang="ko-KR" sz="1000" b="0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000" marR="72000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9035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코칭 성과</a:t>
                      </a:r>
                    </a:p>
                  </a:txBody>
                  <a:tcPr marL="4489" marR="4489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lang="en-US" altLang="ko-KR" sz="1000" b="0" i="0" u="none" strike="noStrike" baseline="0" dirty="0">
                          <a:latin typeface="함초롬바탕" panose="02030604000101010101" pitchFamily="18" charset="-127"/>
                          <a:ea typeface="함초롬바탕" panose="02030604000101010101" pitchFamily="18" charset="-127"/>
                          <a:cs typeface="함초롬바탕" panose="02030604000101010101" pitchFamily="18" charset="-127"/>
                        </a:rPr>
                        <a:t> </a:t>
                      </a:r>
                    </a:p>
                  </a:txBody>
                  <a:tcPr marL="72000" marR="72000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6500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다음 실행 과제</a:t>
                      </a:r>
                    </a:p>
                  </a:txBody>
                  <a:tcPr marL="4489" marR="4489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endParaRPr lang="en-US" altLang="ko-KR" sz="1000" b="0" i="0" u="none" strike="noStrike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000" marR="72000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959">
                <a:tc>
                  <a:txBody>
                    <a:bodyPr/>
                    <a:lstStyle>
                      <a:defPPr>
                        <a:defRPr lang="ko-KR"/>
                      </a:defPPr>
                      <a:lvl1pPr marL="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tx1"/>
                          </a:solidFill>
                          <a:latin typeface="굴림"/>
                          <a:ea typeface="굴림"/>
                        </a:defRPr>
                      </a:lvl9pPr>
                    </a:lstStyle>
                    <a:p>
                      <a:pPr algn="ctr" fontAlgn="ctr"/>
                      <a:r>
                        <a:rPr lang="ko-KR" altLang="en-US" sz="1000" b="1" i="0" u="none" strike="noStrike" dirty="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기타 사항</a:t>
                      </a:r>
                    </a:p>
                  </a:txBody>
                  <a:tcPr marL="4489" marR="4489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lnSpc>
                          <a:spcPct val="15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00" baseline="0" dirty="0">
                        <a:latin typeface="함초롬바탕" panose="02030604000101010101" pitchFamily="18" charset="-127"/>
                        <a:ea typeface="함초롬바탕" panose="02030604000101010101" pitchFamily="18" charset="-127"/>
                        <a:cs typeface="함초롬바탕" panose="02030604000101010101" pitchFamily="18" charset="-127"/>
                      </a:endParaRPr>
                    </a:p>
                  </a:txBody>
                  <a:tcPr marL="72000" marR="72000" marT="4489" marB="0" anchor="ctr">
                    <a:lnL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tx1">
                          <a:lumMod val="50000"/>
                          <a:lumOff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04314864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사용자 지정 1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48B"/>
      </a:accent1>
      <a:accent2>
        <a:srgbClr val="0681B0"/>
      </a:accent2>
      <a:accent3>
        <a:srgbClr val="45C2C2"/>
      </a:accent3>
      <a:accent4>
        <a:srgbClr val="BDE8C2"/>
      </a:accent4>
      <a:accent5>
        <a:srgbClr val="08A1DE"/>
      </a:accent5>
      <a:accent6>
        <a:srgbClr val="7DD18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19125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619125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12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itchFamily="50" charset="-127"/>
            <a:ea typeface="굴림" pitchFamily="50" charset="-127"/>
          </a:defRPr>
        </a:defPPr>
      </a:lstStyle>
    </a:ln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43</Words>
  <Application>Microsoft Office PowerPoint</Application>
  <PresentationFormat>사용자 지정</PresentationFormat>
  <Paragraphs>29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HY울릉도B</vt:lpstr>
      <vt:lpstr>굴림</vt:lpstr>
      <vt:lpstr>맑은 고딕</vt:lpstr>
      <vt:lpstr>새굴림</vt:lpstr>
      <vt:lpstr>함초롬바탕</vt:lpstr>
      <vt:lpstr>Arial</vt:lpstr>
      <vt:lpstr>Wingdings</vt:lpstr>
      <vt:lpstr>기본 디자인</vt:lpstr>
      <vt:lpstr>PowerPoint 프레젠테이션</vt:lpstr>
    </vt:vector>
  </TitlesOfParts>
  <Company>HAYDEN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CMOE</dc:creator>
  <cp:lastModifiedBy>지민 김</cp:lastModifiedBy>
  <cp:revision>1817</cp:revision>
  <cp:lastPrinted>2022-12-04T10:41:18Z</cp:lastPrinted>
  <dcterms:created xsi:type="dcterms:W3CDTF">2002-09-17T06:29:33Z</dcterms:created>
  <dcterms:modified xsi:type="dcterms:W3CDTF">2024-04-10T11:58:07Z</dcterms:modified>
</cp:coreProperties>
</file>